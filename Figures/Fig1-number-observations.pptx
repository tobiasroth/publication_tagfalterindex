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3"/>
  </p:notesMasterIdLst>
  <p:sldIdLst>
    <p:sldId id="256" r:id="rId2"/>
  </p:sldIdLst>
  <p:sldSz cx="8640763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30"/>
    <p:restoredTop sz="94628"/>
  </p:normalViewPr>
  <p:slideViewPr>
    <p:cSldViewPr snapToGrid="0">
      <p:cViewPr varScale="1">
        <p:scale>
          <a:sx n="117" d="100"/>
          <a:sy n="117" d="100"/>
        </p:scale>
        <p:origin x="6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ias Roth" userId="659f73a0-7a27-459f-8e3a-481e56f1792f" providerId="ADAL" clId="{5B101D18-1ABB-8F4C-A414-0EDBCA542E64}"/>
    <pc:docChg chg="modSld">
      <pc:chgData name="Tobias Roth" userId="659f73a0-7a27-459f-8e3a-481e56f1792f" providerId="ADAL" clId="{5B101D18-1ABB-8F4C-A414-0EDBCA542E64}" dt="2025-06-19T12:12:58.221" v="0" actId="14826"/>
      <pc:docMkLst>
        <pc:docMk/>
      </pc:docMkLst>
      <pc:sldChg chg="modSp">
        <pc:chgData name="Tobias Roth" userId="659f73a0-7a27-459f-8e3a-481e56f1792f" providerId="ADAL" clId="{5B101D18-1ABB-8F4C-A414-0EDBCA542E64}" dt="2025-06-19T12:12:58.221" v="0" actId="14826"/>
        <pc:sldMkLst>
          <pc:docMk/>
          <pc:sldMk cId="1693978433" sldId="256"/>
        </pc:sldMkLst>
        <pc:picChg chg="mod">
          <ac:chgData name="Tobias Roth" userId="659f73a0-7a27-459f-8e3a-481e56f1792f" providerId="ADAL" clId="{5B101D18-1ABB-8F4C-A414-0EDBCA542E64}" dt="2025-06-19T12:12:58.221" v="0" actId="14826"/>
          <ac:picMkLst>
            <pc:docMk/>
            <pc:sldMk cId="1693978433" sldId="256"/>
            <ac:picMk id="31" creationId="{78CE2F07-E2B1-BE48-8ABD-AF5F0B4259B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F8B832-7D1B-A242-BAAB-0C9EE08CDC08}" type="datetimeFigureOut">
              <a:rPr lang="de-DE" smtClean="0"/>
              <a:t>19.06.25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174214-A068-984D-8FB5-F711799597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8933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68096" rtl="0" eaLnBrk="1" latinLnBrk="0" hangingPunct="1">
      <a:defRPr sz="1008" kern="1200">
        <a:solidFill>
          <a:schemeClr val="tx1"/>
        </a:solidFill>
        <a:latin typeface="+mn-lt"/>
        <a:ea typeface="+mn-ea"/>
        <a:cs typeface="+mn-cs"/>
      </a:defRPr>
    </a:lvl1pPr>
    <a:lvl2pPr marL="384048" algn="l" defTabSz="768096" rtl="0" eaLnBrk="1" latinLnBrk="0" hangingPunct="1">
      <a:defRPr sz="1008" kern="1200">
        <a:solidFill>
          <a:schemeClr val="tx1"/>
        </a:solidFill>
        <a:latin typeface="+mn-lt"/>
        <a:ea typeface="+mn-ea"/>
        <a:cs typeface="+mn-cs"/>
      </a:defRPr>
    </a:lvl2pPr>
    <a:lvl3pPr marL="768096" algn="l" defTabSz="768096" rtl="0" eaLnBrk="1" latinLnBrk="0" hangingPunct="1">
      <a:defRPr sz="1008" kern="1200">
        <a:solidFill>
          <a:schemeClr val="tx1"/>
        </a:solidFill>
        <a:latin typeface="+mn-lt"/>
        <a:ea typeface="+mn-ea"/>
        <a:cs typeface="+mn-cs"/>
      </a:defRPr>
    </a:lvl3pPr>
    <a:lvl4pPr marL="1152144" algn="l" defTabSz="768096" rtl="0" eaLnBrk="1" latinLnBrk="0" hangingPunct="1">
      <a:defRPr sz="1008" kern="1200">
        <a:solidFill>
          <a:schemeClr val="tx1"/>
        </a:solidFill>
        <a:latin typeface="+mn-lt"/>
        <a:ea typeface="+mn-ea"/>
        <a:cs typeface="+mn-cs"/>
      </a:defRPr>
    </a:lvl4pPr>
    <a:lvl5pPr marL="1536192" algn="l" defTabSz="768096" rtl="0" eaLnBrk="1" latinLnBrk="0" hangingPunct="1">
      <a:defRPr sz="1008" kern="1200">
        <a:solidFill>
          <a:schemeClr val="tx1"/>
        </a:solidFill>
        <a:latin typeface="+mn-lt"/>
        <a:ea typeface="+mn-ea"/>
        <a:cs typeface="+mn-cs"/>
      </a:defRPr>
    </a:lvl5pPr>
    <a:lvl6pPr marL="1920240" algn="l" defTabSz="768096" rtl="0" eaLnBrk="1" latinLnBrk="0" hangingPunct="1">
      <a:defRPr sz="1008" kern="1200">
        <a:solidFill>
          <a:schemeClr val="tx1"/>
        </a:solidFill>
        <a:latin typeface="+mn-lt"/>
        <a:ea typeface="+mn-ea"/>
        <a:cs typeface="+mn-cs"/>
      </a:defRPr>
    </a:lvl6pPr>
    <a:lvl7pPr marL="2304288" algn="l" defTabSz="768096" rtl="0" eaLnBrk="1" latinLnBrk="0" hangingPunct="1">
      <a:defRPr sz="1008" kern="1200">
        <a:solidFill>
          <a:schemeClr val="tx1"/>
        </a:solidFill>
        <a:latin typeface="+mn-lt"/>
        <a:ea typeface="+mn-ea"/>
        <a:cs typeface="+mn-cs"/>
      </a:defRPr>
    </a:lvl7pPr>
    <a:lvl8pPr marL="2688336" algn="l" defTabSz="768096" rtl="0" eaLnBrk="1" latinLnBrk="0" hangingPunct="1">
      <a:defRPr sz="1008" kern="1200">
        <a:solidFill>
          <a:schemeClr val="tx1"/>
        </a:solidFill>
        <a:latin typeface="+mn-lt"/>
        <a:ea typeface="+mn-ea"/>
        <a:cs typeface="+mn-cs"/>
      </a:defRPr>
    </a:lvl8pPr>
    <a:lvl9pPr marL="3072384" algn="l" defTabSz="768096" rtl="0" eaLnBrk="1" latinLnBrk="0" hangingPunct="1">
      <a:defRPr sz="100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74214-A068-984D-8FB5-F7117995971F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692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8057" y="942577"/>
            <a:ext cx="7344649" cy="2005142"/>
          </a:xfrm>
        </p:spPr>
        <p:txBody>
          <a:bodyPr anchor="b"/>
          <a:lstStyle>
            <a:lvl1pPr algn="ctr">
              <a:defRPr sz="503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096" y="3025045"/>
            <a:ext cx="6480572" cy="1390533"/>
          </a:xfrm>
        </p:spPr>
        <p:txBody>
          <a:bodyPr/>
          <a:lstStyle>
            <a:lvl1pPr marL="0" indent="0" algn="ctr">
              <a:buNone/>
              <a:defRPr sz="2016"/>
            </a:lvl1pPr>
            <a:lvl2pPr marL="383957" indent="0" algn="ctr">
              <a:buNone/>
              <a:defRPr sz="1680"/>
            </a:lvl2pPr>
            <a:lvl3pPr marL="767913" indent="0" algn="ctr">
              <a:buNone/>
              <a:defRPr sz="1512"/>
            </a:lvl3pPr>
            <a:lvl4pPr marL="1151870" indent="0" algn="ctr">
              <a:buNone/>
              <a:defRPr sz="1344"/>
            </a:lvl4pPr>
            <a:lvl5pPr marL="1535826" indent="0" algn="ctr">
              <a:buNone/>
              <a:defRPr sz="1344"/>
            </a:lvl5pPr>
            <a:lvl6pPr marL="1919783" indent="0" algn="ctr">
              <a:buNone/>
              <a:defRPr sz="1344"/>
            </a:lvl6pPr>
            <a:lvl7pPr marL="2303739" indent="0" algn="ctr">
              <a:buNone/>
              <a:defRPr sz="1344"/>
            </a:lvl7pPr>
            <a:lvl8pPr marL="2687696" indent="0" algn="ctr">
              <a:buNone/>
              <a:defRPr sz="1344"/>
            </a:lvl8pPr>
            <a:lvl9pPr marL="3071652" indent="0" algn="ctr">
              <a:buNone/>
              <a:defRPr sz="1344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9EDE-C41D-094F-BC65-1998F922A521}" type="datetimeFigureOut">
              <a:rPr lang="de-DE" smtClean="0"/>
              <a:t>19.06.25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E69B-35AD-BA49-AF86-3E7A75C43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6667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9EDE-C41D-094F-BC65-1998F922A521}" type="datetimeFigureOut">
              <a:rPr lang="de-DE" smtClean="0"/>
              <a:t>19.06.25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E69B-35AD-BA49-AF86-3E7A75C43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6796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553" y="1435864"/>
            <a:ext cx="7452658" cy="2395771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9553" y="3854300"/>
            <a:ext cx="7452658" cy="1259879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1pPr>
            <a:lvl2pPr marL="383957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2pPr>
            <a:lvl3pPr marL="767913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3pPr>
            <a:lvl4pPr marL="1151870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4pPr>
            <a:lvl5pPr marL="1535826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5pPr>
            <a:lvl6pPr marL="1919783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6pPr>
            <a:lvl7pPr marL="2303739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7pPr>
            <a:lvl8pPr marL="2687696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8pPr>
            <a:lvl9pPr marL="3071652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9EDE-C41D-094F-BC65-1998F922A521}" type="datetimeFigureOut">
              <a:rPr lang="de-DE" smtClean="0"/>
              <a:t>19.06.25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E69B-35AD-BA49-AF86-3E7A75C43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8703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053" y="1533187"/>
            <a:ext cx="3672324" cy="36543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4386" y="1533187"/>
            <a:ext cx="3672324" cy="36543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9EDE-C41D-094F-BC65-1998F922A521}" type="datetimeFigureOut">
              <a:rPr lang="de-DE" smtClean="0"/>
              <a:t>19.06.25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E69B-35AD-BA49-AF86-3E7A75C43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7811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306639"/>
            <a:ext cx="7452658" cy="111322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5179" y="1411865"/>
            <a:ext cx="3655447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5179" y="2103799"/>
            <a:ext cx="3655447" cy="30943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387" y="1411865"/>
            <a:ext cx="3673450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74387" y="2103799"/>
            <a:ext cx="3673450" cy="30943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9EDE-C41D-094F-BC65-1998F922A521}" type="datetimeFigureOut">
              <a:rPr lang="de-DE" smtClean="0"/>
              <a:t>19.06.25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E69B-35AD-BA49-AF86-3E7A75C43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4586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9EDE-C41D-094F-BC65-1998F922A521}" type="datetimeFigureOut">
              <a:rPr lang="de-DE" smtClean="0"/>
              <a:t>19.06.25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E69B-35AD-BA49-AF86-3E7A75C43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7773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9EDE-C41D-094F-BC65-1998F922A521}" type="datetimeFigureOut">
              <a:rPr lang="de-DE" smtClean="0"/>
              <a:t>19.06.25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E69B-35AD-BA49-AF86-3E7A75C43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5788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383963"/>
            <a:ext cx="2786871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3450" y="829256"/>
            <a:ext cx="4374386" cy="4092942"/>
          </a:xfrm>
        </p:spPr>
        <p:txBody>
          <a:bodyPr/>
          <a:lstStyle>
            <a:lvl1pPr>
              <a:defRPr sz="2687"/>
            </a:lvl1pPr>
            <a:lvl2pPr>
              <a:defRPr sz="2351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1727835"/>
            <a:ext cx="2786871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9EDE-C41D-094F-BC65-1998F922A521}" type="datetimeFigureOut">
              <a:rPr lang="de-DE" smtClean="0"/>
              <a:t>19.06.25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E69B-35AD-BA49-AF86-3E7A75C43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0591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383963"/>
            <a:ext cx="2786871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73450" y="829256"/>
            <a:ext cx="4374386" cy="4092942"/>
          </a:xfrm>
        </p:spPr>
        <p:txBody>
          <a:bodyPr anchor="t"/>
          <a:lstStyle>
            <a:lvl1pPr marL="0" indent="0">
              <a:buNone/>
              <a:defRPr sz="2687"/>
            </a:lvl1pPr>
            <a:lvl2pPr marL="383957" indent="0">
              <a:buNone/>
              <a:defRPr sz="2351"/>
            </a:lvl2pPr>
            <a:lvl3pPr marL="767913" indent="0">
              <a:buNone/>
              <a:defRPr sz="2016"/>
            </a:lvl3pPr>
            <a:lvl4pPr marL="1151870" indent="0">
              <a:buNone/>
              <a:defRPr sz="1680"/>
            </a:lvl4pPr>
            <a:lvl5pPr marL="1535826" indent="0">
              <a:buNone/>
              <a:defRPr sz="1680"/>
            </a:lvl5pPr>
            <a:lvl6pPr marL="1919783" indent="0">
              <a:buNone/>
              <a:defRPr sz="1680"/>
            </a:lvl6pPr>
            <a:lvl7pPr marL="2303739" indent="0">
              <a:buNone/>
              <a:defRPr sz="1680"/>
            </a:lvl7pPr>
            <a:lvl8pPr marL="2687696" indent="0">
              <a:buNone/>
              <a:defRPr sz="1680"/>
            </a:lvl8pPr>
            <a:lvl9pPr marL="3071652" indent="0">
              <a:buNone/>
              <a:defRPr sz="168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1727835"/>
            <a:ext cx="2786871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9EDE-C41D-094F-BC65-1998F922A521}" type="datetimeFigureOut">
              <a:rPr lang="de-DE" smtClean="0"/>
              <a:t>19.06.25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E69B-35AD-BA49-AF86-3E7A75C43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8406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9EDE-C41D-094F-BC65-1998F922A521}" type="datetimeFigureOut">
              <a:rPr lang="de-DE" smtClean="0"/>
              <a:t>19.06.25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E69B-35AD-BA49-AF86-3E7A75C43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6825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83546" y="306637"/>
            <a:ext cx="1863165" cy="488086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053" y="306637"/>
            <a:ext cx="5481484" cy="488086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9EDE-C41D-094F-BC65-1998F922A521}" type="datetimeFigureOut">
              <a:rPr lang="de-DE" smtClean="0"/>
              <a:t>19.06.25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8E69B-35AD-BA49-AF86-3E7A75C43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9346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053" y="306639"/>
            <a:ext cx="7452658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053" y="1533187"/>
            <a:ext cx="7452658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052" y="5338158"/>
            <a:ext cx="1944172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869EDE-C41D-094F-BC65-1998F922A521}" type="datetimeFigureOut">
              <a:rPr lang="de-DE" smtClean="0"/>
              <a:t>19.06.25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2253" y="5338158"/>
            <a:ext cx="2916258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02539" y="5338158"/>
            <a:ext cx="1944172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18E69B-35AD-BA49-AF86-3E7A75C43C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2102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rafik 24">
            <a:extLst>
              <a:ext uri="{FF2B5EF4-FFF2-40B4-BE49-F238E27FC236}">
                <a16:creationId xmlns:a16="http://schemas.microsoft.com/office/drawing/2014/main" id="{B0BC0E41-A758-8B68-56E4-414FF4B7F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4" y="91055"/>
            <a:ext cx="3641113" cy="2730835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F6F71947-0E12-A0F9-9A9A-6A16AFD60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4132" y="91055"/>
            <a:ext cx="3641113" cy="2730835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87DBE559-1EDF-254B-7A56-1C154C809E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6319" y="2586056"/>
            <a:ext cx="4393633" cy="3514906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78CE2F07-E2B1-BE48-8ABD-AF5F0B4259B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367837" y="2586056"/>
            <a:ext cx="4393632" cy="351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978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</Words>
  <Application>Microsoft Macintosh PowerPoint</Application>
  <PresentationFormat>Benutzerdefiniert</PresentationFormat>
  <Paragraphs>1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Tobias Roth</dc:creator>
  <cp:lastModifiedBy>Tobias Roth</cp:lastModifiedBy>
  <cp:revision>1</cp:revision>
  <dcterms:created xsi:type="dcterms:W3CDTF">2025-06-11T04:11:32Z</dcterms:created>
  <dcterms:modified xsi:type="dcterms:W3CDTF">2025-06-19T12:13:01Z</dcterms:modified>
</cp:coreProperties>
</file>