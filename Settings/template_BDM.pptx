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B677"/>
    <a:srgbClr val="9704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0" autoAdjust="0"/>
    <p:restoredTop sz="94789" autoAdjust="0"/>
  </p:normalViewPr>
  <p:slideViewPr>
    <p:cSldViewPr snapToGrid="0" snapToObjects="1">
      <p:cViewPr varScale="1">
        <p:scale>
          <a:sx n="95" d="100"/>
          <a:sy n="95" d="100"/>
        </p:scale>
        <p:origin x="208" y="6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6E31B-69FF-DC47-AAAF-28B0551E0A1D}" type="datetimeFigureOut">
              <a:rPr lang="de-CH" smtClean="0"/>
              <a:t>12.06.21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1CD62E-37AF-3640-8E30-C3BEC2EDDDE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56394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B1B6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5414" y="4659397"/>
            <a:ext cx="11105703" cy="715045"/>
          </a:xfrm>
          <a:prstGeom prst="rect">
            <a:avLst/>
          </a:prstGeom>
        </p:spPr>
        <p:txBody>
          <a:bodyPr/>
          <a:lstStyle>
            <a:lvl1pPr algn="l" defTabSz="609585" rtl="0" eaLnBrk="1" latinLnBrk="0" hangingPunct="1">
              <a:spcBef>
                <a:spcPct val="0"/>
              </a:spcBef>
              <a:buNone/>
              <a:defRPr lang="de-CH" sz="2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Master-Untertitelformat bearbeiten</a:t>
            </a:r>
            <a:endParaRPr lang="de-CH" dirty="0"/>
          </a:p>
        </p:txBody>
      </p:sp>
      <p:pic>
        <p:nvPicPr>
          <p:cNvPr id="7" name="Picture 2" descr="coridon_2_8103299.jpg">
            <a:extLst>
              <a:ext uri="{FF2B5EF4-FFF2-40B4-BE49-F238E27FC236}">
                <a16:creationId xmlns:a16="http://schemas.microsoft.com/office/drawing/2014/main" id="{42F3FECF-B1A5-7647-B66C-27AF19A7DB2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944" b="31944"/>
          <a:stretch/>
        </p:blipFill>
        <p:spPr bwMode="auto">
          <a:xfrm>
            <a:off x="0" y="-14990"/>
            <a:ext cx="12192000" cy="3492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FE5BE4FD-1C4E-984F-8A58-D473CDD39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2945" y="1089028"/>
            <a:ext cx="9569455" cy="47321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Untertitel 2">
            <a:extLst>
              <a:ext uri="{FF2B5EF4-FFF2-40B4-BE49-F238E27FC236}">
                <a16:creationId xmlns:a16="http://schemas.microsoft.com/office/drawing/2014/main" id="{F750C938-775D-EF42-BC88-8D030188EC6C}"/>
              </a:ext>
            </a:extLst>
          </p:cNvPr>
          <p:cNvSpPr txBox="1">
            <a:spLocks/>
          </p:cNvSpPr>
          <p:nvPr userDrawn="1"/>
        </p:nvSpPr>
        <p:spPr>
          <a:xfrm>
            <a:off x="815415" y="3855165"/>
            <a:ext cx="10273141" cy="7150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Arial" panose="020B0604020202020204" pitchFamily="34" charset="0"/>
              <a:buNone/>
              <a:tabLst/>
              <a:defRPr sz="3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Symbol" panose="05050102010706020507" pitchFamily="18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800" b="1" dirty="0"/>
              <a:t>Biodiversitäts-Monitoring Schweiz</a:t>
            </a:r>
          </a:p>
          <a:p>
            <a:endParaRPr lang="de-CH" sz="2666" dirty="0"/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53483743-C27E-CE4F-B2DA-E987B552C9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6948" y="5045286"/>
            <a:ext cx="11105703" cy="369014"/>
          </a:xfrm>
        </p:spPr>
        <p:txBody>
          <a:bodyPr/>
          <a:lstStyle>
            <a:lvl1pPr>
              <a:defRPr sz="2200" b="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Name der Präsentierenden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4F0B2E7B-8496-9F45-9577-F6FCEBAC2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860" y="6413995"/>
            <a:ext cx="7452116" cy="16751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67">
                <a:solidFill>
                  <a:schemeClr val="tx1"/>
                </a:solidFill>
              </a:defRPr>
            </a:lvl1pPr>
          </a:lstStyle>
          <a:p>
            <a:r>
              <a:rPr lang="de-CH" dirty="0"/>
              <a:t>Biodiversitäts-Monitoring Schweiz I  08.08.2018  I  Titel ändern &gt; Einfügen &gt; Kopf-/Fusszeile</a:t>
            </a:r>
          </a:p>
        </p:txBody>
      </p:sp>
      <p:sp>
        <p:nvSpPr>
          <p:cNvPr id="18" name="Titelplatzhalter 1">
            <a:extLst>
              <a:ext uri="{FF2B5EF4-FFF2-40B4-BE49-F238E27FC236}">
                <a16:creationId xmlns:a16="http://schemas.microsoft.com/office/drawing/2014/main" id="{67F367CB-78BE-E44B-AEDF-103A1AEC5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556" y="1299332"/>
            <a:ext cx="10569280" cy="53530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de-CH" sz="2800" b="1" kern="1200" dirty="0">
                <a:solidFill>
                  <a:srgbClr val="B1B67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A5FB0466-8F00-9D48-A821-3AF6E9A2B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8556" y="1913747"/>
            <a:ext cx="10569280" cy="44241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5BEB5FD4-24A4-8643-A3F8-C7174854EEBA}"/>
              </a:ext>
            </a:extLst>
          </p:cNvPr>
          <p:cNvSpPr txBox="1">
            <a:spLocks/>
          </p:cNvSpPr>
          <p:nvPr userDrawn="1"/>
        </p:nvSpPr>
        <p:spPr>
          <a:xfrm>
            <a:off x="11105013" y="6413995"/>
            <a:ext cx="694127" cy="16751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609585" rtl="0" eaLnBrk="1" latinLnBrk="0" hangingPunct="1">
              <a:defRPr lang="en-US" sz="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5EF2332-01BF-834F-8236-50238282D533}" type="slidenum">
              <a:rPr lang="de-CH" sz="1067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/>
              <a:t>‹Nr.›</a:t>
            </a:fld>
            <a:endParaRPr lang="de-CH" sz="1067" kern="1200" dirty="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B1B6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725" y="1562246"/>
            <a:ext cx="10594679" cy="4526665"/>
          </a:xfrm>
          <a:prstGeom prst="rect">
            <a:avLst/>
          </a:prstGeom>
        </p:spPr>
        <p:txBody>
          <a:bodyPr anchor="t"/>
          <a:lstStyle>
            <a:lvl1pPr algn="l">
              <a:defRPr sz="4800" b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F0FF72A-D242-554D-A64E-8D43E047C5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535" y="362255"/>
            <a:ext cx="6331669" cy="84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145756"/>
            <a:ext cx="5384800" cy="498040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239994" indent="-239994">
              <a:buFont typeface="Symbol" pitchFamily="2" charset="2"/>
              <a:buChar char="-"/>
              <a:defRPr sz="24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45756"/>
            <a:ext cx="5384800" cy="498040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239994" indent="-239994">
              <a:buFont typeface="Symbol" pitchFamily="2" charset="2"/>
              <a:buChar char="-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BB78392-D3F0-6C4C-942C-E1E456426634}"/>
              </a:ext>
            </a:extLst>
          </p:cNvPr>
          <p:cNvSpPr txBox="1"/>
          <p:nvPr userDrawn="1"/>
        </p:nvSpPr>
        <p:spPr>
          <a:xfrm>
            <a:off x="2813588" y="6329940"/>
            <a:ext cx="7462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900" dirty="0"/>
              <a:t>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26239A8-7C9B-3040-A522-A151AA7383EC}"/>
              </a:ext>
            </a:extLst>
          </p:cNvPr>
          <p:cNvSpPr txBox="1"/>
          <p:nvPr userDrawn="1"/>
        </p:nvSpPr>
        <p:spPr>
          <a:xfrm>
            <a:off x="2813588" y="6329939"/>
            <a:ext cx="7462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900" dirty="0"/>
              <a:t> </a:t>
            </a:r>
          </a:p>
        </p:txBody>
      </p:sp>
      <p:sp>
        <p:nvSpPr>
          <p:cNvPr id="15" name="Titel 3">
            <a:extLst>
              <a:ext uri="{FF2B5EF4-FFF2-40B4-BE49-F238E27FC236}">
                <a16:creationId xmlns:a16="http://schemas.microsoft.com/office/drawing/2014/main" id="{E63AB27D-3E7B-7A45-891B-12085F928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52580"/>
            <a:ext cx="8467344" cy="53530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18D29A54-ADB4-6C44-9A88-8611A0017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860" y="6413995"/>
            <a:ext cx="7452116" cy="16751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67">
                <a:solidFill>
                  <a:schemeClr val="tx1"/>
                </a:solidFill>
              </a:defRPr>
            </a:lvl1pPr>
          </a:lstStyle>
          <a:p>
            <a:r>
              <a:rPr lang="de-CH" dirty="0"/>
              <a:t>Biodiversitäts-Monitoring Schweiz I  08.08.2018  I  Titel ändern &gt; Einfügen &gt; Kopf-/Fusszeile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2E9C58FF-ADDF-6343-929E-607FCAADB3C2}"/>
              </a:ext>
            </a:extLst>
          </p:cNvPr>
          <p:cNvSpPr txBox="1">
            <a:spLocks/>
          </p:cNvSpPr>
          <p:nvPr userDrawn="1"/>
        </p:nvSpPr>
        <p:spPr>
          <a:xfrm>
            <a:off x="11105013" y="6413995"/>
            <a:ext cx="694127" cy="16751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609585" rtl="0" eaLnBrk="1" latinLnBrk="0" hangingPunct="1">
              <a:defRPr lang="en-US" sz="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5EF2332-01BF-834F-8236-50238282D533}" type="slidenum">
              <a:rPr lang="de-CH" sz="1067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/>
              <a:t>‹Nr.›</a:t>
            </a:fld>
            <a:endParaRPr lang="de-CH" sz="1067" kern="1200" dirty="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platzhalter 1">
            <a:extLst>
              <a:ext uri="{FF2B5EF4-FFF2-40B4-BE49-F238E27FC236}">
                <a16:creationId xmlns:a16="http://schemas.microsoft.com/office/drawing/2014/main" id="{9E404EC1-1BB1-FD4F-9FA8-D870260F1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556" y="1299332"/>
            <a:ext cx="10569280" cy="53530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F5AFC203-9433-AB4F-98D9-627B518B0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8556" y="1913747"/>
            <a:ext cx="10569280" cy="44241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3"/>
            <a:r>
              <a:rPr lang="de-DE" dirty="0"/>
              <a:t>Vierte Ebene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8E1A5862-3556-A146-9EA4-FD8C19BBA9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041" y="370205"/>
            <a:ext cx="6646795" cy="884159"/>
          </a:xfrm>
          <a:prstGeom prst="rect">
            <a:avLst/>
          </a:prstGeom>
        </p:spPr>
      </p:pic>
      <p:sp>
        <p:nvSpPr>
          <p:cNvPr id="21" name="Foliennummernplatzhalter 5">
            <a:extLst>
              <a:ext uri="{FF2B5EF4-FFF2-40B4-BE49-F238E27FC236}">
                <a16:creationId xmlns:a16="http://schemas.microsoft.com/office/drawing/2014/main" id="{A78F2444-D99F-2543-9194-0886FCBF2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7877" y="6383590"/>
            <a:ext cx="912217" cy="1440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67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cxnSp>
        <p:nvCxnSpPr>
          <p:cNvPr id="22" name="Gerader Verbinder 16">
            <a:extLst>
              <a:ext uri="{FF2B5EF4-FFF2-40B4-BE49-F238E27FC236}">
                <a16:creationId xmlns:a16="http://schemas.microsoft.com/office/drawing/2014/main" id="{FDCB35A9-9037-3845-ABE1-AB7DBBFB50B4}"/>
              </a:ext>
            </a:extLst>
          </p:cNvPr>
          <p:cNvCxnSpPr>
            <a:cxnSpLocks/>
          </p:cNvCxnSpPr>
          <p:nvPr userDrawn="1"/>
        </p:nvCxnSpPr>
        <p:spPr>
          <a:xfrm>
            <a:off x="380999" y="6347591"/>
            <a:ext cx="1143909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dt="0"/>
  <p:txStyles>
    <p:titleStyle>
      <a:lvl1pPr algn="l" defTabSz="609585" rtl="0" eaLnBrk="1" latinLnBrk="0" hangingPunct="1">
        <a:spcBef>
          <a:spcPct val="0"/>
        </a:spcBef>
        <a:buNone/>
        <a:defRPr sz="1867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Font typeface="Arial"/>
        <a:buNone/>
        <a:defRPr lang="de-DE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39994" indent="-239994" algn="l" defTabSz="609585" rtl="0" eaLnBrk="1" latinLnBrk="0" hangingPunct="1">
        <a:spcBef>
          <a:spcPct val="20000"/>
        </a:spcBef>
        <a:buClr>
          <a:srgbClr val="B1B677"/>
        </a:buClr>
        <a:buFont typeface="Arial" panose="020B0604020202020204" pitchFamily="34" charset="0"/>
        <a:buChar char="•"/>
        <a:defRPr lang="de-DE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609585" rtl="0" eaLnBrk="1" latinLnBrk="0" hangingPunct="1">
        <a:spcBef>
          <a:spcPct val="20000"/>
        </a:spcBef>
        <a:buFont typeface="Arial"/>
        <a:buNone/>
        <a:defRPr lang="de-DE" sz="1867" b="1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09585" rtl="0" eaLnBrk="1" latinLnBrk="0" hangingPunct="1">
        <a:spcBef>
          <a:spcPct val="20000"/>
        </a:spcBef>
        <a:buFont typeface="Arial"/>
        <a:buNone/>
        <a:defRPr lang="de-DE" sz="2667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609585" rtl="0" eaLnBrk="1" latinLnBrk="0" hangingPunct="1">
        <a:spcBef>
          <a:spcPct val="20000"/>
        </a:spcBef>
        <a:buFont typeface="Arial"/>
        <a:buNone/>
        <a:defRPr lang="de-DE" sz="2133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0F069E-ED7B-5646-A0BD-5956B7EB9A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DFB987D-29D9-164F-B18F-3768C6AE0A7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012945" y="1089028"/>
            <a:ext cx="9569455" cy="473219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148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Macintosh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Symbol</vt:lpstr>
      <vt:lpstr>Office Theme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</TotalTime>
  <Words>26</Words>
  <Application>Microsoft Office PowerPoint</Application>
  <PresentationFormat>On-screen Show (4:3)</PresentationFormat>
  <Paragraphs>10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Title</vt:lpstr>
      <vt:lpstr>Slide Title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/>
  <cp:keywords/>
  <cp:lastModifiedBy>Tobias Roth</cp:lastModifiedBy>
  <cp:revision>68</cp:revision>
  <dcterms:created xsi:type="dcterms:W3CDTF">2018-11-20T16:22:24Z</dcterms:created>
  <dcterms:modified xsi:type="dcterms:W3CDTF">2021-06-12T06:53:01Z</dcterms:modified>
</cp:coreProperties>
</file>